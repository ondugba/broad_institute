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Lst>
  <p:sldSz cy="32918400" cx="43891200"/>
  <p:notesSz cx="43221275" cy="32248475"/>
  <p:embeddedFontLst>
    <p:embeddedFont>
      <p:font typeface="Open Sans SemiBold"/>
      <p:regular r:id="rId7"/>
      <p:bold r:id="rId8"/>
      <p:italic r:id="rId9"/>
      <p:boldItalic r:id="rId10"/>
    </p:embeddedFont>
    <p:embeddedFont>
      <p:font typeface="Open Sans"/>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0110">
          <p15:clr>
            <a:srgbClr val="A4A3A4"/>
          </p15:clr>
        </p15:guide>
        <p15:guide id="2" orient="horz" pos="947">
          <p15:clr>
            <a:srgbClr val="A4A3A4"/>
          </p15:clr>
        </p15:guide>
        <p15:guide id="3" orient="horz" pos="9060">
          <p15:clr>
            <a:srgbClr val="A4A3A4"/>
          </p15:clr>
        </p15:guide>
        <p15:guide id="4" orient="horz" pos="15721">
          <p15:clr>
            <a:srgbClr val="A4A3A4"/>
          </p15:clr>
        </p15:guide>
        <p15:guide id="5" orient="horz" pos="4654">
          <p15:clr>
            <a:srgbClr val="A4A3A4"/>
          </p15:clr>
        </p15:guide>
        <p15:guide id="6" orient="horz" pos="19911">
          <p15:clr>
            <a:srgbClr val="A4A3A4"/>
          </p15:clr>
        </p15:guide>
        <p15:guide id="7" orient="horz" pos="4644">
          <p15:clr>
            <a:srgbClr val="A4A3A4"/>
          </p15:clr>
        </p15:guide>
        <p15:guide id="8" pos="26813">
          <p15:clr>
            <a:srgbClr val="A4A3A4"/>
          </p15:clr>
        </p15:guide>
        <p15:guide id="9" pos="18515">
          <p15:clr>
            <a:srgbClr val="A4A3A4"/>
          </p15:clr>
        </p15:guide>
        <p15:guide id="10" pos="895">
          <p15:clr>
            <a:srgbClr val="A4A3A4"/>
          </p15:clr>
        </p15:guide>
        <p15:guide id="11" pos="6553">
          <p15:clr>
            <a:srgbClr val="A4A3A4"/>
          </p15:clr>
        </p15:guide>
        <p15:guide id="12" pos="6995">
          <p15:clr>
            <a:srgbClr val="A4A3A4"/>
          </p15:clr>
        </p15:guide>
        <p15:guide id="13" pos="17983">
          <p15:clr>
            <a:srgbClr val="A4A3A4"/>
          </p15:clr>
        </p15:guide>
        <p15:guide id="14" pos="9948">
          <p15:clr>
            <a:srgbClr val="A4A3A4"/>
          </p15:clr>
        </p15:guide>
        <p15:guide id="15" pos="177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0110" orient="horz"/>
        <p:guide pos="947" orient="horz"/>
        <p:guide pos="9060" orient="horz"/>
        <p:guide pos="15721" orient="horz"/>
        <p:guide pos="4654" orient="horz"/>
        <p:guide pos="19911" orient="horz"/>
        <p:guide pos="4644" orient="horz"/>
        <p:guide pos="26813"/>
        <p:guide pos="18515"/>
        <p:guide pos="895"/>
        <p:guide pos="6553"/>
        <p:guide pos="6995"/>
        <p:guide pos="17983"/>
        <p:guide pos="9948"/>
        <p:guide pos="17716"/>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penSans-regular.fntdata"/><Relationship Id="rId10" Type="http://schemas.openxmlformats.org/officeDocument/2006/relationships/font" Target="fonts/OpenSansSemiBold-boldItalic.fntdata"/><Relationship Id="rId13" Type="http://schemas.openxmlformats.org/officeDocument/2006/relationships/font" Target="fonts/OpenSans-italic.fntdata"/><Relationship Id="rId12"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OpenSansSemiBold-italic.fntdata"/><Relationship Id="rId14"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OpenSansSemiBold-regular.fntdata"/><Relationship Id="rId8" Type="http://schemas.openxmlformats.org/officeDocument/2006/relationships/font" Target="fonts/OpenSans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7204975" y="2418625"/>
            <a:ext cx="28815599" cy="120931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4322125" y="15318025"/>
            <a:ext cx="34576999" cy="14511799"/>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 name="Shape 10"/>
        <p:cNvGrpSpPr/>
        <p:nvPr/>
      </p:nvGrpSpPr>
      <p:grpSpPr>
        <a:xfrm>
          <a:off x="0" y="0"/>
          <a:ext cx="0" cy="0"/>
          <a:chOff x="0" y="0"/>
          <a:chExt cx="0" cy="0"/>
        </a:xfrm>
      </p:grpSpPr>
      <p:sp>
        <p:nvSpPr>
          <p:cNvPr id="11" name="Google Shape;11;gb861eb4a6a_0_409:notes"/>
          <p:cNvSpPr txBox="1"/>
          <p:nvPr>
            <p:ph idx="1" type="body"/>
          </p:nvPr>
        </p:nvSpPr>
        <p:spPr>
          <a:xfrm>
            <a:off x="4322125" y="15318025"/>
            <a:ext cx="34577100" cy="1451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gb861eb4a6a_0_409:notes"/>
          <p:cNvSpPr/>
          <p:nvPr>
            <p:ph idx="2" type="sldImg"/>
          </p:nvPr>
        </p:nvSpPr>
        <p:spPr>
          <a:xfrm>
            <a:off x="7204975" y="2418625"/>
            <a:ext cx="28815600" cy="12093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0" y="3089316"/>
            <a:ext cx="39570662" cy="2031326"/>
          </a:xfrm>
          <a:prstGeom prst="rect">
            <a:avLst/>
          </a:prstGeom>
          <a:noFill/>
          <a:ln>
            <a:noFill/>
          </a:ln>
        </p:spPr>
        <p:txBody>
          <a:bodyPr anchorCtr="0" anchor="b" bIns="0" lIns="0" spcFirstLastPara="1" rIns="0" wrap="square" tIns="0">
            <a:noAutofit/>
          </a:bodyPr>
          <a:lstStyle>
            <a:lvl1pPr lvl="0" marR="0" rtl="0" algn="l">
              <a:lnSpc>
                <a:spcPct val="90000"/>
              </a:lnSpc>
              <a:spcBef>
                <a:spcPts val="0"/>
              </a:spcBef>
              <a:spcAft>
                <a:spcPts val="0"/>
              </a:spcAft>
              <a:buClr>
                <a:srgbClr val="006DB6"/>
              </a:buClr>
              <a:buSzPts val="14400"/>
              <a:buFont typeface="Open Sans"/>
              <a:buNone/>
              <a:defRPr i="0" sz="14400" u="none" cap="none" strike="noStrike">
                <a:solidFill>
                  <a:srgbClr val="006DB6"/>
                </a:solidFill>
                <a:latin typeface="Open Sans"/>
                <a:ea typeface="Open Sans"/>
                <a:cs typeface="Open Sans"/>
                <a:sym typeface="Open Sans"/>
              </a:defRPr>
            </a:lvl1pPr>
            <a:lvl2pPr lvl="1">
              <a:spcBef>
                <a:spcPts val="0"/>
              </a:spcBef>
              <a:spcAft>
                <a:spcPts val="0"/>
              </a:spcAft>
              <a:buSzPts val="1400"/>
              <a:buFont typeface="Open Sans"/>
              <a:buNone/>
              <a:defRPr sz="1800">
                <a:latin typeface="Open Sans"/>
                <a:ea typeface="Open Sans"/>
                <a:cs typeface="Open Sans"/>
                <a:sym typeface="Open Sans"/>
              </a:defRPr>
            </a:lvl2pPr>
            <a:lvl3pPr lvl="2">
              <a:spcBef>
                <a:spcPts val="0"/>
              </a:spcBef>
              <a:spcAft>
                <a:spcPts val="0"/>
              </a:spcAft>
              <a:buSzPts val="1400"/>
              <a:buFont typeface="Open Sans"/>
              <a:buNone/>
              <a:defRPr sz="1800">
                <a:latin typeface="Open Sans"/>
                <a:ea typeface="Open Sans"/>
                <a:cs typeface="Open Sans"/>
                <a:sym typeface="Open Sans"/>
              </a:defRPr>
            </a:lvl3pPr>
            <a:lvl4pPr lvl="3">
              <a:spcBef>
                <a:spcPts val="0"/>
              </a:spcBef>
              <a:spcAft>
                <a:spcPts val="0"/>
              </a:spcAft>
              <a:buSzPts val="1400"/>
              <a:buFont typeface="Open Sans"/>
              <a:buNone/>
              <a:defRPr sz="1800">
                <a:latin typeface="Open Sans"/>
                <a:ea typeface="Open Sans"/>
                <a:cs typeface="Open Sans"/>
                <a:sym typeface="Open Sans"/>
              </a:defRPr>
            </a:lvl4pPr>
            <a:lvl5pPr lvl="4">
              <a:spcBef>
                <a:spcPts val="0"/>
              </a:spcBef>
              <a:spcAft>
                <a:spcPts val="0"/>
              </a:spcAft>
              <a:buSzPts val="1400"/>
              <a:buFont typeface="Open Sans"/>
              <a:buNone/>
              <a:defRPr sz="1800">
                <a:latin typeface="Open Sans"/>
                <a:ea typeface="Open Sans"/>
                <a:cs typeface="Open Sans"/>
                <a:sym typeface="Open Sans"/>
              </a:defRPr>
            </a:lvl5pPr>
            <a:lvl6pPr lvl="5">
              <a:spcBef>
                <a:spcPts val="0"/>
              </a:spcBef>
              <a:spcAft>
                <a:spcPts val="0"/>
              </a:spcAft>
              <a:buSzPts val="1400"/>
              <a:buFont typeface="Open Sans"/>
              <a:buNone/>
              <a:defRPr sz="1800">
                <a:latin typeface="Open Sans"/>
                <a:ea typeface="Open Sans"/>
                <a:cs typeface="Open Sans"/>
                <a:sym typeface="Open Sans"/>
              </a:defRPr>
            </a:lvl6pPr>
            <a:lvl7pPr lvl="6">
              <a:spcBef>
                <a:spcPts val="0"/>
              </a:spcBef>
              <a:spcAft>
                <a:spcPts val="0"/>
              </a:spcAft>
              <a:buSzPts val="1400"/>
              <a:buFont typeface="Open Sans"/>
              <a:buNone/>
              <a:defRPr sz="1800">
                <a:latin typeface="Open Sans"/>
                <a:ea typeface="Open Sans"/>
                <a:cs typeface="Open Sans"/>
                <a:sym typeface="Open Sans"/>
              </a:defRPr>
            </a:lvl7pPr>
            <a:lvl8pPr lvl="7">
              <a:spcBef>
                <a:spcPts val="0"/>
              </a:spcBef>
              <a:spcAft>
                <a:spcPts val="0"/>
              </a:spcAft>
              <a:buSzPts val="1400"/>
              <a:buFont typeface="Open Sans"/>
              <a:buNone/>
              <a:defRPr sz="1800">
                <a:latin typeface="Open Sans"/>
                <a:ea typeface="Open Sans"/>
                <a:cs typeface="Open Sans"/>
                <a:sym typeface="Open Sans"/>
              </a:defRPr>
            </a:lvl8pPr>
            <a:lvl9pPr lvl="8">
              <a:spcBef>
                <a:spcPts val="0"/>
              </a:spcBef>
              <a:spcAft>
                <a:spcPts val="0"/>
              </a:spcAft>
              <a:buSzPts val="1400"/>
              <a:buFont typeface="Open Sans"/>
              <a:buNone/>
              <a:defRPr sz="1800">
                <a:latin typeface="Open Sans"/>
                <a:ea typeface="Open Sans"/>
                <a:cs typeface="Open Sans"/>
                <a:sym typeface="Open Sans"/>
              </a:defRPr>
            </a:lvl9pPr>
          </a:lstStyle>
          <a:p/>
        </p:txBody>
      </p:sp>
      <p:sp>
        <p:nvSpPr>
          <p:cNvPr id="7" name="Google Shape;7;p1"/>
          <p:cNvSpPr txBox="1"/>
          <p:nvPr>
            <p:ph idx="1" type="body"/>
          </p:nvPr>
        </p:nvSpPr>
        <p:spPr>
          <a:xfrm>
            <a:off x="2286000" y="7315200"/>
            <a:ext cx="39570662" cy="10341293"/>
          </a:xfrm>
          <a:prstGeom prst="rect">
            <a:avLst/>
          </a:prstGeom>
          <a:noFill/>
          <a:ln>
            <a:noFill/>
          </a:ln>
        </p:spPr>
        <p:txBody>
          <a:bodyPr anchorCtr="0" anchor="t" bIns="0" lIns="0" spcFirstLastPara="1" rIns="0" wrap="square" tIns="0">
            <a:noAutofit/>
          </a:bodyPr>
          <a:lstStyle>
            <a:lvl1pPr indent="-960120" lvl="0" marL="457200" marR="0" rtl="0" algn="l">
              <a:lnSpc>
                <a:spcPct val="100000"/>
              </a:lnSpc>
              <a:spcBef>
                <a:spcPts val="0"/>
              </a:spcBef>
              <a:spcAft>
                <a:spcPts val="0"/>
              </a:spcAft>
              <a:buClr>
                <a:schemeClr val="dk1"/>
              </a:buClr>
              <a:buSzPts val="11520"/>
              <a:buFont typeface="Open Sans"/>
              <a:buChar char="•"/>
              <a:defRPr i="0" sz="11520" u="none" cap="none" strike="noStrike">
                <a:solidFill>
                  <a:schemeClr val="dk1"/>
                </a:solidFill>
                <a:latin typeface="Open Sans"/>
                <a:ea typeface="Open Sans"/>
                <a:cs typeface="Open Sans"/>
                <a:sym typeface="Open Sans"/>
              </a:defRPr>
            </a:lvl1pPr>
            <a:lvl2pPr indent="-960120" lvl="1" marL="914400" marR="0" rtl="0" algn="l">
              <a:lnSpc>
                <a:spcPct val="100000"/>
              </a:lnSpc>
              <a:spcBef>
                <a:spcPts val="2880"/>
              </a:spcBef>
              <a:spcAft>
                <a:spcPts val="0"/>
              </a:spcAft>
              <a:buClr>
                <a:schemeClr val="dk1"/>
              </a:buClr>
              <a:buSzPts val="11520"/>
              <a:buFont typeface="Open Sans"/>
              <a:buChar char="•"/>
              <a:defRPr i="0" sz="11520" u="none" cap="none" strike="noStrike">
                <a:solidFill>
                  <a:schemeClr val="dk1"/>
                </a:solidFill>
                <a:latin typeface="Open Sans"/>
                <a:ea typeface="Open Sans"/>
                <a:cs typeface="Open Sans"/>
                <a:sym typeface="Open Sans"/>
              </a:defRPr>
            </a:lvl2pPr>
            <a:lvl3pPr indent="-960120" lvl="2" marL="1371600" marR="0" rtl="0" algn="l">
              <a:lnSpc>
                <a:spcPct val="100000"/>
              </a:lnSpc>
              <a:spcBef>
                <a:spcPts val="2880"/>
              </a:spcBef>
              <a:spcAft>
                <a:spcPts val="0"/>
              </a:spcAft>
              <a:buClr>
                <a:schemeClr val="dk1"/>
              </a:buClr>
              <a:buSzPts val="11520"/>
              <a:buFont typeface="Open Sans"/>
              <a:buChar char="•"/>
              <a:defRPr i="0" sz="11520" u="none" cap="none" strike="noStrike">
                <a:solidFill>
                  <a:schemeClr val="dk1"/>
                </a:solidFill>
                <a:latin typeface="Open Sans"/>
                <a:ea typeface="Open Sans"/>
                <a:cs typeface="Open Sans"/>
                <a:sym typeface="Open Sans"/>
              </a:defRPr>
            </a:lvl3pPr>
            <a:lvl4pPr indent="-960120" lvl="3" marL="1828800" marR="0" rtl="0" algn="l">
              <a:lnSpc>
                <a:spcPct val="100000"/>
              </a:lnSpc>
              <a:spcBef>
                <a:spcPts val="2880"/>
              </a:spcBef>
              <a:spcAft>
                <a:spcPts val="0"/>
              </a:spcAft>
              <a:buClr>
                <a:schemeClr val="dk1"/>
              </a:buClr>
              <a:buSzPts val="11520"/>
              <a:buFont typeface="Open Sans"/>
              <a:buChar char="•"/>
              <a:defRPr i="0" sz="11520" u="none" cap="none" strike="noStrike">
                <a:solidFill>
                  <a:schemeClr val="dk1"/>
                </a:solidFill>
                <a:latin typeface="Open Sans"/>
                <a:ea typeface="Open Sans"/>
                <a:cs typeface="Open Sans"/>
                <a:sym typeface="Open Sans"/>
              </a:defRPr>
            </a:lvl4pPr>
            <a:lvl5pPr indent="-960120" lvl="4" marL="2286000" marR="0" rtl="0" algn="l">
              <a:lnSpc>
                <a:spcPct val="100000"/>
              </a:lnSpc>
              <a:spcBef>
                <a:spcPts val="2880"/>
              </a:spcBef>
              <a:spcAft>
                <a:spcPts val="0"/>
              </a:spcAft>
              <a:buClr>
                <a:schemeClr val="dk1"/>
              </a:buClr>
              <a:buSzPts val="11520"/>
              <a:buFont typeface="Open Sans"/>
              <a:buChar char="•"/>
              <a:defRPr i="0" sz="11520" u="none" cap="none" strike="noStrike">
                <a:solidFill>
                  <a:schemeClr val="dk1"/>
                </a:solidFill>
                <a:latin typeface="Open Sans"/>
                <a:ea typeface="Open Sans"/>
                <a:cs typeface="Open Sans"/>
                <a:sym typeface="Open Sans"/>
              </a:defRPr>
            </a:lvl5pPr>
            <a:lvl6pPr indent="-777239" lvl="5" marL="2743200" marR="0" rtl="0" algn="l">
              <a:lnSpc>
                <a:spcPct val="90000"/>
              </a:lnSpc>
              <a:spcBef>
                <a:spcPts val="2880"/>
              </a:spcBef>
              <a:spcAft>
                <a:spcPts val="0"/>
              </a:spcAft>
              <a:buClr>
                <a:schemeClr val="dk1"/>
              </a:buClr>
              <a:buSzPts val="8640"/>
              <a:buFont typeface="Open Sans"/>
              <a:buChar char="•"/>
              <a:defRPr i="0" sz="8640" u="none" cap="none" strike="noStrike">
                <a:solidFill>
                  <a:schemeClr val="dk1"/>
                </a:solidFill>
                <a:latin typeface="Open Sans"/>
                <a:ea typeface="Open Sans"/>
                <a:cs typeface="Open Sans"/>
                <a:sym typeface="Open Sans"/>
              </a:defRPr>
            </a:lvl6pPr>
            <a:lvl7pPr indent="-777239" lvl="6" marL="3200400" marR="0" rtl="0" algn="l">
              <a:lnSpc>
                <a:spcPct val="90000"/>
              </a:lnSpc>
              <a:spcBef>
                <a:spcPts val="2400"/>
              </a:spcBef>
              <a:spcAft>
                <a:spcPts val="0"/>
              </a:spcAft>
              <a:buClr>
                <a:schemeClr val="dk1"/>
              </a:buClr>
              <a:buSzPts val="8640"/>
              <a:buFont typeface="Open Sans"/>
              <a:buChar char="•"/>
              <a:defRPr i="0" sz="8640" u="none" cap="none" strike="noStrike">
                <a:solidFill>
                  <a:schemeClr val="dk1"/>
                </a:solidFill>
                <a:latin typeface="Open Sans"/>
                <a:ea typeface="Open Sans"/>
                <a:cs typeface="Open Sans"/>
                <a:sym typeface="Open Sans"/>
              </a:defRPr>
            </a:lvl7pPr>
            <a:lvl8pPr indent="-777239" lvl="7" marL="3657600" marR="0" rtl="0" algn="l">
              <a:lnSpc>
                <a:spcPct val="90000"/>
              </a:lnSpc>
              <a:spcBef>
                <a:spcPts val="2400"/>
              </a:spcBef>
              <a:spcAft>
                <a:spcPts val="0"/>
              </a:spcAft>
              <a:buClr>
                <a:schemeClr val="dk1"/>
              </a:buClr>
              <a:buSzPts val="8640"/>
              <a:buFont typeface="Open Sans"/>
              <a:buChar char="•"/>
              <a:defRPr i="0" sz="8640" u="none" cap="none" strike="noStrike">
                <a:solidFill>
                  <a:schemeClr val="dk1"/>
                </a:solidFill>
                <a:latin typeface="Open Sans"/>
                <a:ea typeface="Open Sans"/>
                <a:cs typeface="Open Sans"/>
                <a:sym typeface="Open Sans"/>
              </a:defRPr>
            </a:lvl8pPr>
            <a:lvl9pPr indent="-777240" lvl="8" marL="4114800" marR="0" rtl="0" algn="l">
              <a:lnSpc>
                <a:spcPct val="90000"/>
              </a:lnSpc>
              <a:spcBef>
                <a:spcPts val="2400"/>
              </a:spcBef>
              <a:spcAft>
                <a:spcPts val="0"/>
              </a:spcAft>
              <a:buClr>
                <a:schemeClr val="dk1"/>
              </a:buClr>
              <a:buSzPts val="8640"/>
              <a:buFont typeface="Open Sans"/>
              <a:buChar char="•"/>
              <a:defRPr i="0" sz="864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31829238" y="30510503"/>
            <a:ext cx="9875520" cy="17526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i="0" sz="5760" u="none" cap="none" strike="noStrike">
                <a:solidFill>
                  <a:srgbClr val="888888"/>
                </a:solidFill>
                <a:latin typeface="Times"/>
                <a:ea typeface="Times"/>
                <a:cs typeface="Times"/>
                <a:sym typeface="Times"/>
              </a:defRPr>
            </a:lvl1pPr>
            <a:lvl2pPr indent="0" lvl="1" marL="0" marR="0" rtl="0" algn="r">
              <a:spcBef>
                <a:spcPts val="0"/>
              </a:spcBef>
              <a:spcAft>
                <a:spcPts val="0"/>
              </a:spcAft>
              <a:buNone/>
              <a:defRPr b="1" i="0" sz="5760" u="none" cap="none" strike="noStrike">
                <a:solidFill>
                  <a:srgbClr val="888888"/>
                </a:solidFill>
                <a:latin typeface="Times"/>
                <a:ea typeface="Times"/>
                <a:cs typeface="Times"/>
                <a:sym typeface="Times"/>
              </a:defRPr>
            </a:lvl2pPr>
            <a:lvl3pPr indent="0" lvl="2" marL="0" marR="0" rtl="0" algn="r">
              <a:spcBef>
                <a:spcPts val="0"/>
              </a:spcBef>
              <a:spcAft>
                <a:spcPts val="0"/>
              </a:spcAft>
              <a:buNone/>
              <a:defRPr b="1" i="0" sz="5760" u="none" cap="none" strike="noStrike">
                <a:solidFill>
                  <a:srgbClr val="888888"/>
                </a:solidFill>
                <a:latin typeface="Times"/>
                <a:ea typeface="Times"/>
                <a:cs typeface="Times"/>
                <a:sym typeface="Times"/>
              </a:defRPr>
            </a:lvl3pPr>
            <a:lvl4pPr indent="0" lvl="3" marL="0" marR="0" rtl="0" algn="r">
              <a:spcBef>
                <a:spcPts val="0"/>
              </a:spcBef>
              <a:spcAft>
                <a:spcPts val="0"/>
              </a:spcAft>
              <a:buNone/>
              <a:defRPr b="1" i="0" sz="5760" u="none" cap="none" strike="noStrike">
                <a:solidFill>
                  <a:srgbClr val="888888"/>
                </a:solidFill>
                <a:latin typeface="Times"/>
                <a:ea typeface="Times"/>
                <a:cs typeface="Times"/>
                <a:sym typeface="Times"/>
              </a:defRPr>
            </a:lvl4pPr>
            <a:lvl5pPr indent="0" lvl="4" marL="0" marR="0" rtl="0" algn="r">
              <a:spcBef>
                <a:spcPts val="0"/>
              </a:spcBef>
              <a:spcAft>
                <a:spcPts val="0"/>
              </a:spcAft>
              <a:buNone/>
              <a:defRPr b="1" i="0" sz="5760" u="none" cap="none" strike="noStrike">
                <a:solidFill>
                  <a:srgbClr val="888888"/>
                </a:solidFill>
                <a:latin typeface="Times"/>
                <a:ea typeface="Times"/>
                <a:cs typeface="Times"/>
                <a:sym typeface="Times"/>
              </a:defRPr>
            </a:lvl5pPr>
            <a:lvl6pPr indent="0" lvl="5" marL="0" marR="0" rtl="0" algn="r">
              <a:spcBef>
                <a:spcPts val="0"/>
              </a:spcBef>
              <a:spcAft>
                <a:spcPts val="0"/>
              </a:spcAft>
              <a:buNone/>
              <a:defRPr b="1" i="0" sz="5760" u="none" cap="none" strike="noStrike">
                <a:solidFill>
                  <a:srgbClr val="888888"/>
                </a:solidFill>
                <a:latin typeface="Times"/>
                <a:ea typeface="Times"/>
                <a:cs typeface="Times"/>
                <a:sym typeface="Times"/>
              </a:defRPr>
            </a:lvl6pPr>
            <a:lvl7pPr indent="0" lvl="6" marL="0" marR="0" rtl="0" algn="r">
              <a:spcBef>
                <a:spcPts val="0"/>
              </a:spcBef>
              <a:spcAft>
                <a:spcPts val="0"/>
              </a:spcAft>
              <a:buNone/>
              <a:defRPr b="1" i="0" sz="5760" u="none" cap="none" strike="noStrike">
                <a:solidFill>
                  <a:srgbClr val="888888"/>
                </a:solidFill>
                <a:latin typeface="Times"/>
                <a:ea typeface="Times"/>
                <a:cs typeface="Times"/>
                <a:sym typeface="Times"/>
              </a:defRPr>
            </a:lvl7pPr>
            <a:lvl8pPr indent="0" lvl="7" marL="0" marR="0" rtl="0" algn="r">
              <a:spcBef>
                <a:spcPts val="0"/>
              </a:spcBef>
              <a:spcAft>
                <a:spcPts val="0"/>
              </a:spcAft>
              <a:buNone/>
              <a:defRPr b="1" i="0" sz="5760" u="none" cap="none" strike="noStrike">
                <a:solidFill>
                  <a:srgbClr val="888888"/>
                </a:solidFill>
                <a:latin typeface="Times"/>
                <a:ea typeface="Times"/>
                <a:cs typeface="Times"/>
                <a:sym typeface="Times"/>
              </a:defRPr>
            </a:lvl8pPr>
            <a:lvl9pPr indent="0" lvl="8" marL="0" marR="0" rtl="0" algn="r">
              <a:spcBef>
                <a:spcPts val="0"/>
              </a:spcBef>
              <a:spcAft>
                <a:spcPts val="0"/>
              </a:spcAft>
              <a:buNone/>
              <a:defRPr b="1" i="0" sz="5760" u="none" cap="none" strike="noStrike">
                <a:solidFill>
                  <a:srgbClr val="888888"/>
                </a:solidFill>
                <a:latin typeface="Times"/>
                <a:ea typeface="Times"/>
                <a:cs typeface="Times"/>
                <a:sym typeface="Time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9.jpg"/><Relationship Id="rId11" Type="http://schemas.openxmlformats.org/officeDocument/2006/relationships/image" Target="../media/image3.png"/><Relationship Id="rId10" Type="http://schemas.openxmlformats.org/officeDocument/2006/relationships/image" Target="../media/image2.png"/><Relationship Id="rId9"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4.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alpha val="49800"/>
          </a:schemeClr>
        </a:solidFill>
      </p:bgPr>
    </p:bg>
    <p:spTree>
      <p:nvGrpSpPr>
        <p:cNvPr id="13" name="Shape 13"/>
        <p:cNvGrpSpPr/>
        <p:nvPr/>
      </p:nvGrpSpPr>
      <p:grpSpPr>
        <a:xfrm>
          <a:off x="0" y="0"/>
          <a:ext cx="0" cy="0"/>
          <a:chOff x="0" y="0"/>
          <a:chExt cx="0" cy="0"/>
        </a:xfrm>
      </p:grpSpPr>
      <p:sp>
        <p:nvSpPr>
          <p:cNvPr id="14" name="Google Shape;14;p3"/>
          <p:cNvSpPr/>
          <p:nvPr/>
        </p:nvSpPr>
        <p:spPr>
          <a:xfrm>
            <a:off x="33821849" y="5943600"/>
            <a:ext cx="9507000" cy="18427200"/>
          </a:xfrm>
          <a:prstGeom prst="roundRect">
            <a:avLst>
              <a:gd fmla="val 0" name="adj"/>
            </a:avLst>
          </a:prstGeom>
          <a:solidFill>
            <a:srgbClr val="FFFFFF"/>
          </a:solidFill>
          <a:ln cap="flat" cmpd="sng" w="25400">
            <a:solidFill>
              <a:srgbClr val="BFBFBF"/>
            </a:solidFill>
            <a:prstDash val="solid"/>
            <a:round/>
            <a:headEnd len="sm" w="sm" type="none"/>
            <a:tailEnd len="sm" w="sm" type="none"/>
          </a:ln>
          <a:effectLst>
            <a:outerShdw blurRad="40000" rotWithShape="0" dir="5400000" dist="20000">
              <a:srgbClr val="808080">
                <a:alpha val="376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b="1" i="0" sz="2000" u="none" cap="none" strike="noStrike">
              <a:solidFill>
                <a:schemeClr val="dk1"/>
              </a:solidFill>
              <a:latin typeface="Times"/>
              <a:ea typeface="Times"/>
              <a:cs typeface="Times"/>
              <a:sym typeface="Times"/>
            </a:endParaRPr>
          </a:p>
        </p:txBody>
      </p:sp>
      <p:sp>
        <p:nvSpPr>
          <p:cNvPr id="15" name="Google Shape;15;p3"/>
          <p:cNvSpPr/>
          <p:nvPr/>
        </p:nvSpPr>
        <p:spPr>
          <a:xfrm>
            <a:off x="11883075" y="5943600"/>
            <a:ext cx="21517800" cy="23355900"/>
          </a:xfrm>
          <a:prstGeom prst="roundRect">
            <a:avLst>
              <a:gd fmla="val 0" name="adj"/>
            </a:avLst>
          </a:prstGeom>
          <a:solidFill>
            <a:srgbClr val="FFFFFF"/>
          </a:solidFill>
          <a:ln cap="flat" cmpd="sng" w="25400">
            <a:solidFill>
              <a:schemeClr val="lt1"/>
            </a:solidFill>
            <a:prstDash val="solid"/>
            <a:round/>
            <a:headEnd len="sm" w="sm" type="none"/>
            <a:tailEnd len="sm" w="sm" type="none"/>
          </a:ln>
          <a:effectLst>
            <a:outerShdw blurRad="40000" rotWithShape="0" dir="5400000" dist="20000">
              <a:srgbClr val="808080">
                <a:alpha val="376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b="1" i="0" sz="2000" u="none" cap="none" strike="noStrike">
              <a:solidFill>
                <a:schemeClr val="dk1"/>
              </a:solidFill>
              <a:latin typeface="Times"/>
              <a:ea typeface="Times"/>
              <a:cs typeface="Times"/>
              <a:sym typeface="Times"/>
            </a:endParaRPr>
          </a:p>
        </p:txBody>
      </p:sp>
      <p:sp>
        <p:nvSpPr>
          <p:cNvPr id="16" name="Google Shape;16;p3"/>
          <p:cNvSpPr/>
          <p:nvPr/>
        </p:nvSpPr>
        <p:spPr>
          <a:xfrm>
            <a:off x="914400" y="5943600"/>
            <a:ext cx="10545600" cy="23355900"/>
          </a:xfrm>
          <a:prstGeom prst="roundRect">
            <a:avLst>
              <a:gd fmla="val 0" name="adj"/>
            </a:avLst>
          </a:prstGeom>
          <a:solidFill>
            <a:srgbClr val="FFFFFF"/>
          </a:solidFill>
          <a:ln cap="flat" cmpd="sng" w="25400">
            <a:solidFill>
              <a:schemeClr val="lt1"/>
            </a:solidFill>
            <a:prstDash val="solid"/>
            <a:round/>
            <a:headEnd len="sm" w="sm" type="none"/>
            <a:tailEnd len="sm" w="sm" type="none"/>
          </a:ln>
          <a:effectLst>
            <a:outerShdw blurRad="40000" rotWithShape="0" dir="5400000" dist="20000">
              <a:srgbClr val="808080">
                <a:alpha val="3765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b="1" i="0" sz="2000" u="none" cap="none" strike="noStrike">
              <a:solidFill>
                <a:schemeClr val="dk1"/>
              </a:solidFill>
              <a:latin typeface="Times"/>
              <a:ea typeface="Times"/>
              <a:cs typeface="Times"/>
              <a:sym typeface="Times"/>
            </a:endParaRPr>
          </a:p>
        </p:txBody>
      </p:sp>
      <p:sp>
        <p:nvSpPr>
          <p:cNvPr id="17" name="Google Shape;17;p3"/>
          <p:cNvSpPr txBox="1"/>
          <p:nvPr/>
        </p:nvSpPr>
        <p:spPr>
          <a:xfrm>
            <a:off x="914400" y="762000"/>
            <a:ext cx="41910000" cy="1339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1000"/>
              </a:spcAft>
              <a:buNone/>
            </a:pPr>
            <a:r>
              <a:rPr lang="en-US" sz="8700">
                <a:solidFill>
                  <a:srgbClr val="006DB6"/>
                </a:solidFill>
                <a:latin typeface="Open Sans"/>
                <a:ea typeface="Open Sans"/>
                <a:cs typeface="Open Sans"/>
                <a:sym typeface="Open Sans"/>
              </a:rPr>
              <a:t> DepMap STR Backlog Data Curation</a:t>
            </a:r>
            <a:endParaRPr i="0" sz="9100" u="none" cap="none" strike="noStrike">
              <a:solidFill>
                <a:srgbClr val="005A9B"/>
              </a:solidFill>
              <a:latin typeface="Open Sans"/>
              <a:ea typeface="Open Sans"/>
              <a:cs typeface="Open Sans"/>
              <a:sym typeface="Open Sans"/>
            </a:endParaRPr>
          </a:p>
        </p:txBody>
      </p:sp>
      <p:sp>
        <p:nvSpPr>
          <p:cNvPr id="18" name="Google Shape;18;p3"/>
          <p:cNvSpPr txBox="1"/>
          <p:nvPr/>
        </p:nvSpPr>
        <p:spPr>
          <a:xfrm>
            <a:off x="1393740" y="6477000"/>
            <a:ext cx="9507000" cy="22811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lang="en-US" sz="4800">
                <a:solidFill>
                  <a:schemeClr val="accent1"/>
                </a:solidFill>
                <a:latin typeface="Open Sans SemiBold"/>
                <a:ea typeface="Open Sans SemiBold"/>
                <a:cs typeface="Open Sans SemiBold"/>
                <a:sym typeface="Open Sans SemiBold"/>
              </a:rPr>
              <a:t>Introduction</a:t>
            </a:r>
            <a:endParaRPr sz="4800">
              <a:solidFill>
                <a:schemeClr val="accent1"/>
              </a:solidFill>
              <a:latin typeface="Open Sans SemiBold"/>
              <a:ea typeface="Open Sans SemiBold"/>
              <a:cs typeface="Open Sans SemiBold"/>
              <a:sym typeface="Open Sans SemiBold"/>
            </a:endParaRPr>
          </a:p>
          <a:p>
            <a:pPr indent="0" lvl="0" marL="0" rtl="0" algn="l">
              <a:spcBef>
                <a:spcPts val="1800"/>
              </a:spcBef>
              <a:spcAft>
                <a:spcPts val="0"/>
              </a:spcAft>
              <a:buClr>
                <a:schemeClr val="dk1"/>
              </a:buClr>
              <a:buSzPts val="1100"/>
              <a:buFont typeface="Arial"/>
              <a:buNone/>
            </a:pPr>
            <a:r>
              <a:rPr lang="en-US" sz="3200">
                <a:solidFill>
                  <a:schemeClr val="dk1"/>
                </a:solidFill>
                <a:latin typeface="Open Sans"/>
                <a:ea typeface="Open Sans"/>
                <a:cs typeface="Open Sans"/>
                <a:sym typeface="Open Sans"/>
              </a:rPr>
              <a:t>DepMap (Cancer Dependency Map) is a project led by the Broad Institute that aims to systematically identify the genetic dependencies and vulnerabilities of cancer cells. DepMap uses multiple data types, such as whole genome sequencing, CRISPR sequencing, and RNA-seq to provide a comprehensive view of cancer cell dependencies to help researchers understand which genes or pathways are essential for the survival, reproduction, and spread of specific types of cancer. </a:t>
            </a:r>
            <a:endParaRPr sz="3200">
              <a:solidFill>
                <a:schemeClr val="dk1"/>
              </a:solidFill>
              <a:latin typeface="Open Sans"/>
              <a:ea typeface="Open Sans"/>
              <a:cs typeface="Open Sans"/>
              <a:sym typeface="Open Sans"/>
            </a:endParaRPr>
          </a:p>
          <a:p>
            <a:pPr indent="0" lvl="0" marL="0" rtl="0" algn="l">
              <a:spcBef>
                <a:spcPts val="1800"/>
              </a:spcBef>
              <a:spcAft>
                <a:spcPts val="0"/>
              </a:spcAft>
              <a:buClr>
                <a:schemeClr val="dk1"/>
              </a:buClr>
              <a:buSzPts val="1100"/>
              <a:buFont typeface="Arial"/>
              <a:buNone/>
            </a:pPr>
            <a:r>
              <a:rPr lang="en-US" sz="3200">
                <a:solidFill>
                  <a:schemeClr val="dk1"/>
                </a:solidFill>
                <a:latin typeface="Open Sans"/>
                <a:ea typeface="Open Sans"/>
                <a:cs typeface="Open Sans"/>
                <a:sym typeface="Open Sans"/>
              </a:rPr>
              <a:t>Misidentified or contaminated cell lines can lead to inaccurate experimental results, compromising the integrity of projects. Therefore, researchers use several ways to ensure accurate cell line authentication and identification. One of these ways is STR profiling.</a:t>
            </a:r>
            <a:endParaRPr sz="3200">
              <a:solidFill>
                <a:schemeClr val="dk1"/>
              </a:solidFill>
              <a:latin typeface="Open Sans"/>
              <a:ea typeface="Open Sans"/>
              <a:cs typeface="Open Sans"/>
              <a:sym typeface="Open Sans"/>
            </a:endParaRPr>
          </a:p>
          <a:p>
            <a:pPr indent="0" lvl="0" marL="0" rtl="0" algn="l">
              <a:spcBef>
                <a:spcPts val="1800"/>
              </a:spcBef>
              <a:spcAft>
                <a:spcPts val="0"/>
              </a:spcAft>
              <a:buClr>
                <a:schemeClr val="dk1"/>
              </a:buClr>
              <a:buSzPts val="1100"/>
              <a:buFont typeface="Arial"/>
              <a:buNone/>
            </a:pPr>
            <a:r>
              <a:rPr lang="en-US" sz="3200">
                <a:solidFill>
                  <a:schemeClr val="dk1"/>
                </a:solidFill>
                <a:latin typeface="Open Sans"/>
                <a:ea typeface="Open Sans"/>
                <a:cs typeface="Open Sans"/>
                <a:sym typeface="Open Sans"/>
              </a:rPr>
              <a:t>STR profiling serves as a quality control measure, helping researchers validate that their cell lines are authentic and representative of the intended model. </a:t>
            </a:r>
            <a:endParaRPr sz="3200">
              <a:solidFill>
                <a:schemeClr val="dk1"/>
              </a:solidFill>
              <a:latin typeface="Open Sans"/>
              <a:ea typeface="Open Sans"/>
              <a:cs typeface="Open Sans"/>
              <a:sym typeface="Open Sans"/>
            </a:endParaRPr>
          </a:p>
          <a:p>
            <a:pPr indent="0" lvl="0" marL="0" rtl="0" algn="l">
              <a:spcBef>
                <a:spcPts val="1800"/>
              </a:spcBef>
              <a:spcAft>
                <a:spcPts val="0"/>
              </a:spcAft>
              <a:buClr>
                <a:schemeClr val="dk1"/>
              </a:buClr>
              <a:buSzPts val="1100"/>
              <a:buFont typeface="Arial"/>
              <a:buNone/>
            </a:pPr>
            <a:r>
              <a:rPr lang="en-US" sz="3200">
                <a:solidFill>
                  <a:schemeClr val="dk1"/>
                </a:solidFill>
                <a:latin typeface="Open Sans"/>
                <a:ea typeface="Open Sans"/>
                <a:cs typeface="Open Sans"/>
                <a:sym typeface="Open Sans"/>
              </a:rPr>
              <a:t>Short Tandem Repeats (STRs) are short sequences of DNA, typically 2-6 base pairs in length, repeated several times in specific locations throughout your genome. These repeats are highly polymorphic – meaning they vary greatly among individuals. This makes them excellent markers for identifying and differentiating individual cell lines.</a:t>
            </a:r>
            <a:endParaRPr sz="3200">
              <a:solidFill>
                <a:schemeClr val="dk1"/>
              </a:solidFill>
              <a:latin typeface="Open Sans"/>
              <a:ea typeface="Open Sans"/>
              <a:cs typeface="Open Sans"/>
              <a:sym typeface="Open Sans"/>
            </a:endParaRPr>
          </a:p>
          <a:p>
            <a:pPr indent="0" lvl="0" marL="0" rtl="0" algn="l">
              <a:spcBef>
                <a:spcPts val="1800"/>
              </a:spcBef>
              <a:spcAft>
                <a:spcPts val="0"/>
              </a:spcAft>
              <a:buClr>
                <a:schemeClr val="dk1"/>
              </a:buClr>
              <a:buSzPts val="1100"/>
              <a:buFont typeface="Arial"/>
              <a:buNone/>
            </a:pPr>
            <a:r>
              <a:rPr lang="en-US" sz="3200">
                <a:solidFill>
                  <a:schemeClr val="dk1"/>
                </a:solidFill>
                <a:latin typeface="Open Sans"/>
                <a:ea typeface="Open Sans"/>
                <a:cs typeface="Open Sans"/>
                <a:sym typeface="Open Sans"/>
              </a:rPr>
              <a:t> STR profiling is widely used in biological and pharmaceutical research to authenticate cell lines - ensuring that researchers are working with the correct cells, free from contamination or misidentification.</a:t>
            </a:r>
            <a:endParaRPr sz="3200">
              <a:solidFill>
                <a:schemeClr val="dk1"/>
              </a:solidFill>
              <a:latin typeface="Open Sans"/>
              <a:ea typeface="Open Sans"/>
              <a:cs typeface="Open Sans"/>
              <a:sym typeface="Open Sans"/>
            </a:endParaRPr>
          </a:p>
          <a:p>
            <a:pPr indent="0" lvl="0" marL="0" rtl="0" algn="l">
              <a:spcBef>
                <a:spcPts val="1800"/>
              </a:spcBef>
              <a:spcAft>
                <a:spcPts val="0"/>
              </a:spcAft>
              <a:buClr>
                <a:schemeClr val="dk1"/>
              </a:buClr>
              <a:buSzPts val="1100"/>
              <a:buFont typeface="Arial"/>
              <a:buNone/>
            </a:pPr>
            <a:r>
              <a:rPr lang="en-US" sz="3200">
                <a:solidFill>
                  <a:schemeClr val="dk1"/>
                </a:solidFill>
                <a:latin typeface="Open Sans"/>
                <a:ea typeface="Open Sans"/>
                <a:cs typeface="Open Sans"/>
                <a:sym typeface="Open Sans"/>
              </a:rPr>
              <a:t>The goal of this STR backfill project is to ensure the accurate and complete identification of cell lines by addressing gaps, curating, and uploading a backlog of STR profile information on DepMap’s operational database - GUMBO, a database used for tracking experimental progress, and data quality checks. I will generate before and after metrics to track project progress.</a:t>
            </a:r>
            <a:endParaRPr sz="4800">
              <a:solidFill>
                <a:schemeClr val="accent1"/>
              </a:solidFill>
              <a:latin typeface="Open Sans SemiBold"/>
              <a:ea typeface="Open Sans SemiBold"/>
              <a:cs typeface="Open Sans SemiBold"/>
              <a:sym typeface="Open Sans SemiBold"/>
            </a:endParaRPr>
          </a:p>
        </p:txBody>
      </p:sp>
      <p:sp>
        <p:nvSpPr>
          <p:cNvPr id="19" name="Google Shape;19;p3"/>
          <p:cNvSpPr txBox="1"/>
          <p:nvPr/>
        </p:nvSpPr>
        <p:spPr>
          <a:xfrm>
            <a:off x="-11645900" y="20123800"/>
            <a:ext cx="11212500" cy="60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1" lang="en-US" sz="2400" u="none" cap="none" strike="noStrike">
                <a:solidFill>
                  <a:schemeClr val="dk1"/>
                </a:solidFill>
                <a:latin typeface="Open Sans"/>
                <a:ea typeface="Open Sans"/>
                <a:cs typeface="Open Sans"/>
                <a:sym typeface="Open Sans"/>
              </a:rPr>
              <a:t>Figure captions can be approximately 6 points smaller than text type</a:t>
            </a:r>
            <a:endParaRPr>
              <a:latin typeface="Open Sans"/>
              <a:ea typeface="Open Sans"/>
              <a:cs typeface="Open Sans"/>
              <a:sym typeface="Open Sans"/>
            </a:endParaRPr>
          </a:p>
        </p:txBody>
      </p:sp>
      <p:sp>
        <p:nvSpPr>
          <p:cNvPr id="20" name="Google Shape;20;p3"/>
          <p:cNvSpPr txBox="1"/>
          <p:nvPr/>
        </p:nvSpPr>
        <p:spPr>
          <a:xfrm>
            <a:off x="33913913" y="6278700"/>
            <a:ext cx="9067800" cy="16208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4800">
                <a:solidFill>
                  <a:schemeClr val="accent1"/>
                </a:solidFill>
                <a:latin typeface="Open Sans SemiBold"/>
                <a:ea typeface="Open Sans SemiBold"/>
                <a:cs typeface="Open Sans SemiBold"/>
                <a:sym typeface="Open Sans SemiBold"/>
              </a:rPr>
              <a:t>Conclusions</a:t>
            </a:r>
            <a:endParaRPr sz="4800">
              <a:solidFill>
                <a:schemeClr val="accent1"/>
              </a:solidFill>
              <a:latin typeface="Open Sans SemiBold"/>
              <a:ea typeface="Open Sans SemiBold"/>
              <a:cs typeface="Open Sans SemiBold"/>
              <a:sym typeface="Open Sans SemiBold"/>
            </a:endParaRPr>
          </a:p>
          <a:p>
            <a:pPr indent="-431800" lvl="0" marL="457200" rtl="0" algn="l">
              <a:spcBef>
                <a:spcPts val="180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Identified 1329 cell lines in GUMBO that are currently missing STR profile data</a:t>
            </a:r>
            <a:endParaRPr sz="3200">
              <a:solidFill>
                <a:schemeClr val="dk1"/>
              </a:solidFill>
              <a:latin typeface="Open Sans"/>
              <a:ea typeface="Open Sans"/>
              <a:cs typeface="Open Sans"/>
              <a:sym typeface="Open Sans"/>
            </a:endParaRPr>
          </a:p>
          <a:p>
            <a:pPr indent="-431800" lvl="0" marL="4572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Cross-checked STR profiles with the existing STR database for cell line verification to ensure fidelity, and identified potential misidentifications.</a:t>
            </a:r>
            <a:endParaRPr sz="3200">
              <a:solidFill>
                <a:schemeClr val="dk1"/>
              </a:solidFill>
              <a:latin typeface="Open Sans"/>
              <a:ea typeface="Open Sans"/>
              <a:cs typeface="Open Sans"/>
              <a:sym typeface="Open Sans"/>
            </a:endParaRPr>
          </a:p>
          <a:p>
            <a:pPr indent="-431800" lvl="0" marL="4572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Integrated the newly generated STR profiles into the Gumbo database.</a:t>
            </a:r>
            <a:endParaRPr sz="3200">
              <a:solidFill>
                <a:schemeClr val="dk1"/>
              </a:solidFill>
              <a:latin typeface="Open Sans"/>
              <a:ea typeface="Open Sans"/>
              <a:cs typeface="Open Sans"/>
              <a:sym typeface="Open Sans"/>
            </a:endParaRPr>
          </a:p>
          <a:p>
            <a:pPr indent="-431800" lvl="0" marL="4572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Reported quality metrics, including:</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Total STRs</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Total reference STRs</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Model Conditions with reference STRs but no sample STRs</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Model Conditions with sample STRs but no reference STRs</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STRs with percentage match to parental </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Mismatched patient ids</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STRs by source </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STRs with missing model condition id </a:t>
            </a:r>
            <a:endParaRPr sz="3200">
              <a:solidFill>
                <a:schemeClr val="dk1"/>
              </a:solidFill>
              <a:latin typeface="Open Sans"/>
              <a:ea typeface="Open Sans"/>
              <a:cs typeface="Open Sans"/>
              <a:sym typeface="Open Sans"/>
            </a:endParaRPr>
          </a:p>
          <a:p>
            <a:pPr indent="-431800" lvl="0" marL="4572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By ensuring that every cell line used in DepMap research has an accurate and complete STR profile, we can maintain a high level of quality control over experimental data.</a:t>
            </a:r>
            <a:endParaRPr sz="3200">
              <a:solidFill>
                <a:schemeClr val="dk1"/>
              </a:solidFill>
              <a:latin typeface="Open Sans"/>
              <a:ea typeface="Open Sans"/>
              <a:cs typeface="Open Sans"/>
              <a:sym typeface="Open Sans"/>
            </a:endParaRPr>
          </a:p>
          <a:p>
            <a:pPr indent="-431800" lvl="0" marL="4572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Future directions:</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QC matching check across all cell lines</a:t>
            </a:r>
            <a:endParaRPr sz="3200">
              <a:solidFill>
                <a:schemeClr val="dk1"/>
              </a:solidFill>
              <a:latin typeface="Open Sans"/>
              <a:ea typeface="Open Sans"/>
              <a:cs typeface="Open Sans"/>
              <a:sym typeface="Open Sans"/>
            </a:endParaRPr>
          </a:p>
          <a:p>
            <a:pPr indent="-431800" lvl="1" marL="914400" rtl="0" algn="l">
              <a:spcBef>
                <a:spcPts val="0"/>
              </a:spcBef>
              <a:spcAft>
                <a:spcPts val="0"/>
              </a:spcAft>
              <a:buClr>
                <a:schemeClr val="dk1"/>
              </a:buClr>
              <a:buSzPts val="3200"/>
              <a:buFont typeface="Open Sans"/>
              <a:buChar char="-"/>
            </a:pPr>
            <a:r>
              <a:rPr lang="en-US" sz="3200">
                <a:solidFill>
                  <a:schemeClr val="dk1"/>
                </a:solidFill>
                <a:latin typeface="Open Sans"/>
                <a:ea typeface="Open Sans"/>
                <a:cs typeface="Open Sans"/>
                <a:sym typeface="Open Sans"/>
              </a:rPr>
              <a:t>Future directions: standardize / automate GPP str profiling into GUMBO</a:t>
            </a:r>
            <a:endParaRPr sz="3200">
              <a:solidFill>
                <a:schemeClr val="dk1"/>
              </a:solidFill>
              <a:latin typeface="Open Sans"/>
              <a:ea typeface="Open Sans"/>
              <a:cs typeface="Open Sans"/>
              <a:sym typeface="Open Sans"/>
            </a:endParaRPr>
          </a:p>
          <a:p>
            <a:pPr indent="0" lvl="0" marL="0" marR="0" rtl="0" algn="l">
              <a:spcBef>
                <a:spcPts val="1800"/>
              </a:spcBef>
              <a:spcAft>
                <a:spcPts val="0"/>
              </a:spcAft>
              <a:buNone/>
            </a:pPr>
            <a:r>
              <a:t/>
            </a:r>
            <a:endParaRPr sz="3200">
              <a:solidFill>
                <a:schemeClr val="dk1"/>
              </a:solidFill>
              <a:latin typeface="Open Sans"/>
              <a:ea typeface="Open Sans"/>
              <a:cs typeface="Open Sans"/>
              <a:sym typeface="Open Sans"/>
            </a:endParaRPr>
          </a:p>
          <a:p>
            <a:pPr indent="0" lvl="0" marL="0" marR="0" rtl="0" algn="l">
              <a:spcBef>
                <a:spcPts val="1800"/>
              </a:spcBef>
              <a:spcAft>
                <a:spcPts val="0"/>
              </a:spcAft>
              <a:buNone/>
            </a:pPr>
            <a:r>
              <a:t/>
            </a:r>
            <a:endParaRPr i="0" sz="3200" u="none" cap="none" strike="noStrike">
              <a:solidFill>
                <a:schemeClr val="dk1"/>
              </a:solidFill>
              <a:latin typeface="Open Sans"/>
              <a:ea typeface="Open Sans"/>
              <a:cs typeface="Open Sans"/>
              <a:sym typeface="Open Sans"/>
            </a:endParaRPr>
          </a:p>
        </p:txBody>
      </p:sp>
      <p:pic>
        <p:nvPicPr>
          <p:cNvPr id="21" name="Google Shape;21;p3"/>
          <p:cNvPicPr preferRelativeResize="0"/>
          <p:nvPr/>
        </p:nvPicPr>
        <p:blipFill rotWithShape="1">
          <a:blip r:embed="rId3">
            <a:alphaModFix/>
          </a:blip>
          <a:srcRect b="179" l="0" r="0" t="169"/>
          <a:stretch/>
        </p:blipFill>
        <p:spPr>
          <a:xfrm>
            <a:off x="1420826" y="866663"/>
            <a:ext cx="6045198" cy="1546225"/>
          </a:xfrm>
          <a:prstGeom prst="rect">
            <a:avLst/>
          </a:prstGeom>
          <a:noFill/>
          <a:ln>
            <a:noFill/>
          </a:ln>
        </p:spPr>
      </p:pic>
      <p:sp>
        <p:nvSpPr>
          <p:cNvPr id="22" name="Google Shape;22;p3"/>
          <p:cNvSpPr txBox="1"/>
          <p:nvPr/>
        </p:nvSpPr>
        <p:spPr>
          <a:xfrm>
            <a:off x="914400" y="3716850"/>
            <a:ext cx="41910000" cy="14562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None/>
            </a:pPr>
            <a:r>
              <a:rPr b="1" lang="en-US" sz="4400">
                <a:solidFill>
                  <a:schemeClr val="dk1"/>
                </a:solidFill>
                <a:latin typeface="Open Sans"/>
                <a:ea typeface="Open Sans"/>
                <a:cs typeface="Open Sans"/>
                <a:sym typeface="Open Sans"/>
              </a:rPr>
              <a:t>AUTHOR AUTHOR AUTHOR AUTHOR </a:t>
            </a:r>
            <a:endParaRPr b="1" sz="4400">
              <a:solidFill>
                <a:schemeClr val="dk1"/>
              </a:solidFill>
              <a:latin typeface="Open Sans"/>
              <a:ea typeface="Open Sans"/>
              <a:cs typeface="Open Sans"/>
              <a:sym typeface="Open Sans"/>
            </a:endParaRPr>
          </a:p>
          <a:p>
            <a:pPr indent="0" lvl="0" marL="0" rtl="0" algn="ctr">
              <a:lnSpc>
                <a:spcPct val="150000"/>
              </a:lnSpc>
              <a:spcBef>
                <a:spcPts val="0"/>
              </a:spcBef>
              <a:spcAft>
                <a:spcPts val="0"/>
              </a:spcAft>
              <a:buNone/>
            </a:pPr>
            <a:r>
              <a:rPr lang="en-US" sz="4400">
                <a:solidFill>
                  <a:schemeClr val="dk1"/>
                </a:solidFill>
                <a:latin typeface="Open Sans"/>
                <a:ea typeface="Open Sans"/>
                <a:cs typeface="Open Sans"/>
                <a:sym typeface="Open Sans"/>
              </a:rPr>
              <a:t>Affiliation Affiliation Affiliation</a:t>
            </a:r>
            <a:endParaRPr i="0" sz="8800" u="none" cap="none" strike="noStrike">
              <a:solidFill>
                <a:srgbClr val="005A9B"/>
              </a:solidFill>
              <a:latin typeface="Open Sans"/>
              <a:ea typeface="Open Sans"/>
              <a:cs typeface="Open Sans"/>
              <a:sym typeface="Open Sans"/>
            </a:endParaRPr>
          </a:p>
        </p:txBody>
      </p:sp>
      <p:sp>
        <p:nvSpPr>
          <p:cNvPr id="23" name="Google Shape;23;p3"/>
          <p:cNvSpPr txBox="1"/>
          <p:nvPr/>
        </p:nvSpPr>
        <p:spPr>
          <a:xfrm>
            <a:off x="-10239025" y="15487400"/>
            <a:ext cx="9067800" cy="2955300"/>
          </a:xfrm>
          <a:prstGeom prst="rect">
            <a:avLst/>
          </a:prstGeom>
          <a:noFill/>
          <a:ln>
            <a:noFill/>
          </a:ln>
        </p:spPr>
        <p:txBody>
          <a:bodyPr anchorCtr="0" anchor="t" bIns="0" lIns="0" spcFirstLastPara="1" rIns="0" wrap="square" tIns="0">
            <a:spAutoFit/>
          </a:bodyPr>
          <a:lstStyle/>
          <a:p>
            <a:pPr indent="0" lvl="0" marL="0" rtl="0" algn="l">
              <a:spcBef>
                <a:spcPts val="1800"/>
              </a:spcBef>
              <a:spcAft>
                <a:spcPts val="0"/>
              </a:spcAft>
              <a:buClr>
                <a:schemeClr val="dk1"/>
              </a:buClr>
              <a:buFont typeface="Arial"/>
              <a:buNone/>
            </a:pPr>
            <a:r>
              <a:rPr lang="en-US" sz="3200">
                <a:solidFill>
                  <a:schemeClr val="dk1"/>
                </a:solidFill>
                <a:latin typeface="Open Sans"/>
                <a:ea typeface="Open Sans"/>
                <a:cs typeface="Open Sans"/>
                <a:sym typeface="Open Sans"/>
              </a:rPr>
              <a:t>Body text here is 32 pt. Open Sans Normal, but depending on how much text you have it can be anywhere from 24 pt. to 36 pt. Text size should remain consistent throughout the poster.</a:t>
            </a:r>
            <a:endParaRPr sz="3200">
              <a:solidFill>
                <a:schemeClr val="dk1"/>
              </a:solidFill>
              <a:latin typeface="Open Sans"/>
              <a:ea typeface="Open Sans"/>
              <a:cs typeface="Open Sans"/>
              <a:sym typeface="Open Sans"/>
            </a:endParaRPr>
          </a:p>
          <a:p>
            <a:pPr indent="0" lvl="0" marL="0" marR="0" rtl="0" algn="l">
              <a:spcBef>
                <a:spcPts val="0"/>
              </a:spcBef>
              <a:spcAft>
                <a:spcPts val="0"/>
              </a:spcAft>
              <a:buNone/>
            </a:pPr>
            <a:r>
              <a:t/>
            </a:r>
            <a:endParaRPr sz="3200">
              <a:solidFill>
                <a:schemeClr val="dk1"/>
              </a:solidFill>
              <a:latin typeface="Open Sans"/>
              <a:ea typeface="Open Sans"/>
              <a:cs typeface="Open Sans"/>
              <a:sym typeface="Open Sans"/>
            </a:endParaRPr>
          </a:p>
        </p:txBody>
      </p:sp>
      <p:sp>
        <p:nvSpPr>
          <p:cNvPr id="24" name="Google Shape;24;p3"/>
          <p:cNvSpPr txBox="1"/>
          <p:nvPr/>
        </p:nvSpPr>
        <p:spPr>
          <a:xfrm>
            <a:off x="44698350" y="10242425"/>
            <a:ext cx="9067800" cy="2955300"/>
          </a:xfrm>
          <a:prstGeom prst="rect">
            <a:avLst/>
          </a:prstGeom>
          <a:noFill/>
          <a:ln>
            <a:noFill/>
          </a:ln>
        </p:spPr>
        <p:txBody>
          <a:bodyPr anchorCtr="0" anchor="t" bIns="0" lIns="0" spcFirstLastPara="1" rIns="0" wrap="square" tIns="0">
            <a:spAutoFit/>
          </a:bodyPr>
          <a:lstStyle/>
          <a:p>
            <a:pPr indent="0" lvl="0" marL="0" rtl="0" algn="l">
              <a:spcBef>
                <a:spcPts val="1800"/>
              </a:spcBef>
              <a:spcAft>
                <a:spcPts val="0"/>
              </a:spcAft>
              <a:buClr>
                <a:schemeClr val="dk1"/>
              </a:buClr>
              <a:buFont typeface="Arial"/>
              <a:buNone/>
            </a:pPr>
            <a:r>
              <a:rPr lang="en-US" sz="3200">
                <a:solidFill>
                  <a:schemeClr val="dk1"/>
                </a:solidFill>
                <a:latin typeface="Open Sans"/>
                <a:ea typeface="Open Sans"/>
                <a:cs typeface="Open Sans"/>
                <a:sym typeface="Open Sans"/>
              </a:rPr>
              <a:t>Body text here is 32 pt. Open Sans Normal, but depending on how much text you have it can be anywhere from 24 pt. to 36 pt. Text size should remain consistent throughout the poster.</a:t>
            </a:r>
            <a:endParaRPr sz="3200">
              <a:solidFill>
                <a:schemeClr val="dk1"/>
              </a:solidFill>
              <a:latin typeface="Open Sans"/>
              <a:ea typeface="Open Sans"/>
              <a:cs typeface="Open Sans"/>
              <a:sym typeface="Open Sans"/>
            </a:endParaRPr>
          </a:p>
          <a:p>
            <a:pPr indent="0" lvl="0" marL="0" marR="0" rtl="0" algn="l">
              <a:spcBef>
                <a:spcPts val="0"/>
              </a:spcBef>
              <a:spcAft>
                <a:spcPts val="0"/>
              </a:spcAft>
              <a:buNone/>
            </a:pPr>
            <a:r>
              <a:t/>
            </a:r>
            <a:endParaRPr sz="3200">
              <a:solidFill>
                <a:schemeClr val="dk1"/>
              </a:solidFill>
              <a:latin typeface="Open Sans"/>
              <a:ea typeface="Open Sans"/>
              <a:cs typeface="Open Sans"/>
              <a:sym typeface="Open Sans"/>
            </a:endParaRPr>
          </a:p>
        </p:txBody>
      </p:sp>
      <p:pic>
        <p:nvPicPr>
          <p:cNvPr id="25" name="Google Shape;25;p3"/>
          <p:cNvPicPr preferRelativeResize="0"/>
          <p:nvPr/>
        </p:nvPicPr>
        <p:blipFill>
          <a:blip r:embed="rId4">
            <a:alphaModFix/>
          </a:blip>
          <a:stretch>
            <a:fillRect/>
          </a:stretch>
        </p:blipFill>
        <p:spPr>
          <a:xfrm>
            <a:off x="44402000" y="21000350"/>
            <a:ext cx="2971800" cy="2971800"/>
          </a:xfrm>
          <a:prstGeom prst="rect">
            <a:avLst/>
          </a:prstGeom>
          <a:noFill/>
          <a:ln>
            <a:noFill/>
          </a:ln>
        </p:spPr>
      </p:pic>
      <p:sp>
        <p:nvSpPr>
          <p:cNvPr id="26" name="Google Shape;26;p3"/>
          <p:cNvSpPr txBox="1"/>
          <p:nvPr/>
        </p:nvSpPr>
        <p:spPr>
          <a:xfrm>
            <a:off x="12440046" y="6477000"/>
            <a:ext cx="20570100" cy="1462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Font typeface="Arial"/>
              <a:buNone/>
            </a:pPr>
            <a:r>
              <a:rPr lang="en-US" sz="4800">
                <a:solidFill>
                  <a:schemeClr val="accent1"/>
                </a:solidFill>
                <a:latin typeface="Open Sans SemiBold"/>
                <a:ea typeface="Open Sans SemiBold"/>
                <a:cs typeface="Open Sans SemiBold"/>
                <a:sym typeface="Open Sans SemiBold"/>
              </a:rPr>
              <a:t>METHODS AND RESULTS</a:t>
            </a:r>
            <a:endParaRPr sz="3200">
              <a:solidFill>
                <a:schemeClr val="dk1"/>
              </a:solidFill>
              <a:latin typeface="Open Sans"/>
              <a:ea typeface="Open Sans"/>
              <a:cs typeface="Open Sans"/>
              <a:sym typeface="Open Sans"/>
            </a:endParaRPr>
          </a:p>
          <a:p>
            <a:pPr indent="0" lvl="0" marL="0" marR="0" rtl="0" algn="ctr">
              <a:spcBef>
                <a:spcPts val="1800"/>
              </a:spcBef>
              <a:spcAft>
                <a:spcPts val="0"/>
              </a:spcAft>
              <a:buNone/>
            </a:pPr>
            <a:r>
              <a:t/>
            </a:r>
            <a:endParaRPr i="0" sz="3200" u="none" cap="none" strike="noStrike">
              <a:solidFill>
                <a:schemeClr val="dk1"/>
              </a:solidFill>
              <a:latin typeface="Open Sans"/>
              <a:ea typeface="Open Sans"/>
              <a:cs typeface="Open Sans"/>
              <a:sym typeface="Open Sans"/>
            </a:endParaRPr>
          </a:p>
        </p:txBody>
      </p:sp>
      <p:pic>
        <p:nvPicPr>
          <p:cNvPr id="27" name="Google Shape;27;p3"/>
          <p:cNvPicPr preferRelativeResize="0"/>
          <p:nvPr/>
        </p:nvPicPr>
        <p:blipFill>
          <a:blip r:embed="rId5">
            <a:alphaModFix/>
          </a:blip>
          <a:stretch>
            <a:fillRect/>
          </a:stretch>
        </p:blipFill>
        <p:spPr>
          <a:xfrm>
            <a:off x="11883075" y="7372350"/>
            <a:ext cx="8513065" cy="6387060"/>
          </a:xfrm>
          <a:prstGeom prst="rect">
            <a:avLst/>
          </a:prstGeom>
          <a:solidFill>
            <a:srgbClr val="FFFFFF"/>
          </a:solidFill>
          <a:ln cap="flat" cmpd="sng" w="25400">
            <a:solidFill>
              <a:schemeClr val="lt1"/>
            </a:solidFill>
            <a:prstDash val="solid"/>
            <a:round/>
            <a:headEnd len="sm" w="sm" type="none"/>
            <a:tailEnd len="sm" w="sm" type="none"/>
          </a:ln>
          <a:effectLst>
            <a:outerShdw blurRad="40000" rotWithShape="0" dir="5400000" dist="20000">
              <a:srgbClr val="808080">
                <a:alpha val="37650"/>
              </a:srgbClr>
            </a:outerShdw>
          </a:effectLst>
        </p:spPr>
      </p:pic>
      <p:pic>
        <p:nvPicPr>
          <p:cNvPr id="28" name="Google Shape;28;p3"/>
          <p:cNvPicPr preferRelativeResize="0"/>
          <p:nvPr/>
        </p:nvPicPr>
        <p:blipFill>
          <a:blip r:embed="rId6">
            <a:alphaModFix/>
          </a:blip>
          <a:stretch>
            <a:fillRect/>
          </a:stretch>
        </p:blipFill>
        <p:spPr>
          <a:xfrm>
            <a:off x="20622150" y="7374613"/>
            <a:ext cx="8500767" cy="6382514"/>
          </a:xfrm>
          <a:prstGeom prst="rect">
            <a:avLst/>
          </a:prstGeom>
          <a:solidFill>
            <a:srgbClr val="FFFFFF"/>
          </a:solidFill>
          <a:ln cap="flat" cmpd="sng" w="25400">
            <a:solidFill>
              <a:schemeClr val="lt1"/>
            </a:solidFill>
            <a:prstDash val="solid"/>
            <a:round/>
            <a:headEnd len="sm" w="sm" type="none"/>
            <a:tailEnd len="sm" w="sm" type="none"/>
          </a:ln>
          <a:effectLst>
            <a:outerShdw blurRad="40000" rotWithShape="0" dir="5400000" dist="20000">
              <a:srgbClr val="808080">
                <a:alpha val="37650"/>
              </a:srgbClr>
            </a:outerShdw>
          </a:effectLst>
        </p:spPr>
      </p:pic>
      <p:pic>
        <p:nvPicPr>
          <p:cNvPr id="29" name="Google Shape;29;p3"/>
          <p:cNvPicPr preferRelativeResize="0"/>
          <p:nvPr/>
        </p:nvPicPr>
        <p:blipFill>
          <a:blip r:embed="rId7">
            <a:alphaModFix/>
          </a:blip>
          <a:stretch>
            <a:fillRect/>
          </a:stretch>
        </p:blipFill>
        <p:spPr>
          <a:xfrm>
            <a:off x="12061288" y="13972275"/>
            <a:ext cx="8503921" cy="6529121"/>
          </a:xfrm>
          <a:prstGeom prst="rect">
            <a:avLst/>
          </a:prstGeom>
          <a:solidFill>
            <a:srgbClr val="FFFFFF"/>
          </a:solidFill>
          <a:ln cap="flat" cmpd="sng" w="25400">
            <a:solidFill>
              <a:schemeClr val="lt1"/>
            </a:solidFill>
            <a:prstDash val="solid"/>
            <a:round/>
            <a:headEnd len="sm" w="sm" type="none"/>
            <a:tailEnd len="sm" w="sm" type="none"/>
          </a:ln>
          <a:effectLst>
            <a:outerShdw blurRad="40000" rotWithShape="0" dir="5400000" dist="20000">
              <a:srgbClr val="808080">
                <a:alpha val="37650"/>
              </a:srgbClr>
            </a:outerShdw>
          </a:effectLst>
        </p:spPr>
      </p:pic>
      <p:pic>
        <p:nvPicPr>
          <p:cNvPr id="30" name="Google Shape;30;p3"/>
          <p:cNvPicPr preferRelativeResize="0"/>
          <p:nvPr/>
        </p:nvPicPr>
        <p:blipFill>
          <a:blip r:embed="rId8">
            <a:alphaModFix/>
          </a:blip>
          <a:stretch>
            <a:fillRect/>
          </a:stretch>
        </p:blipFill>
        <p:spPr>
          <a:xfrm>
            <a:off x="15792450" y="21878363"/>
            <a:ext cx="10185523" cy="6157474"/>
          </a:xfrm>
          <a:prstGeom prst="rect">
            <a:avLst/>
          </a:prstGeom>
          <a:solidFill>
            <a:srgbClr val="FFFFFF"/>
          </a:solidFill>
          <a:ln cap="flat" cmpd="sng" w="25400">
            <a:solidFill>
              <a:schemeClr val="lt1"/>
            </a:solidFill>
            <a:prstDash val="solid"/>
            <a:round/>
            <a:headEnd len="sm" w="sm" type="none"/>
            <a:tailEnd len="sm" w="sm" type="none"/>
          </a:ln>
          <a:effectLst>
            <a:outerShdw blurRad="40000" rotWithShape="0" dir="5400000" dist="20000">
              <a:srgbClr val="808080">
                <a:alpha val="37650"/>
              </a:srgbClr>
            </a:outerShdw>
          </a:effectLst>
        </p:spPr>
      </p:pic>
      <p:pic>
        <p:nvPicPr>
          <p:cNvPr id="31" name="Google Shape;31;p3"/>
          <p:cNvPicPr preferRelativeResize="0"/>
          <p:nvPr/>
        </p:nvPicPr>
        <p:blipFill>
          <a:blip r:embed="rId9">
            <a:alphaModFix/>
          </a:blip>
          <a:stretch>
            <a:fillRect/>
          </a:stretch>
        </p:blipFill>
        <p:spPr>
          <a:xfrm>
            <a:off x="29466425" y="7388225"/>
            <a:ext cx="3743325" cy="19507200"/>
          </a:xfrm>
          <a:prstGeom prst="rect">
            <a:avLst/>
          </a:prstGeom>
          <a:solidFill>
            <a:srgbClr val="FFFFFF"/>
          </a:solidFill>
          <a:ln cap="flat" cmpd="sng" w="25400">
            <a:solidFill>
              <a:schemeClr val="lt1"/>
            </a:solidFill>
            <a:prstDash val="solid"/>
            <a:round/>
            <a:headEnd len="sm" w="sm" type="none"/>
            <a:tailEnd len="sm" w="sm" type="none"/>
          </a:ln>
          <a:effectLst>
            <a:outerShdw blurRad="40000" rotWithShape="0" dir="5400000" dist="20000">
              <a:srgbClr val="808080">
                <a:alpha val="37650"/>
              </a:srgbClr>
            </a:outerShdw>
          </a:effectLst>
        </p:spPr>
      </p:pic>
      <p:pic>
        <p:nvPicPr>
          <p:cNvPr id="32" name="Google Shape;32;p3"/>
          <p:cNvPicPr preferRelativeResize="0"/>
          <p:nvPr/>
        </p:nvPicPr>
        <p:blipFill>
          <a:blip r:embed="rId10">
            <a:alphaModFix/>
          </a:blip>
          <a:stretch>
            <a:fillRect/>
          </a:stretch>
        </p:blipFill>
        <p:spPr>
          <a:xfrm>
            <a:off x="20350400" y="14432575"/>
            <a:ext cx="8503921" cy="6377940"/>
          </a:xfrm>
          <a:prstGeom prst="rect">
            <a:avLst/>
          </a:prstGeom>
          <a:noFill/>
          <a:ln>
            <a:noFill/>
          </a:ln>
        </p:spPr>
      </p:pic>
      <p:pic>
        <p:nvPicPr>
          <p:cNvPr id="33" name="Google Shape;33;p3"/>
          <p:cNvPicPr preferRelativeResize="0"/>
          <p:nvPr/>
        </p:nvPicPr>
        <p:blipFill rotWithShape="1">
          <a:blip r:embed="rId11">
            <a:alphaModFix/>
          </a:blip>
          <a:srcRect b="0" l="0" r="62757" t="0"/>
          <a:stretch/>
        </p:blipFill>
        <p:spPr>
          <a:xfrm>
            <a:off x="39463975" y="356625"/>
            <a:ext cx="3517750" cy="35177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oadPowerpointTheme">
  <a:themeElements>
    <a:clrScheme name="BroadColorTheme2016">
      <a:dk1>
        <a:srgbClr val="000000"/>
      </a:dk1>
      <a:lt1>
        <a:srgbClr val="FFFFFF"/>
      </a:lt1>
      <a:dk2>
        <a:srgbClr val="63666A"/>
      </a:dk2>
      <a:lt2>
        <a:srgbClr val="E7E6E6"/>
      </a:lt2>
      <a:accent1>
        <a:srgbClr val="006DB6"/>
      </a:accent1>
      <a:accent2>
        <a:srgbClr val="FF5000"/>
      </a:accent2>
      <a:accent3>
        <a:srgbClr val="00AFD7"/>
      </a:accent3>
      <a:accent4>
        <a:srgbClr val="5F259E"/>
      </a:accent4>
      <a:accent5>
        <a:srgbClr val="E4002B"/>
      </a:accent5>
      <a:accent6>
        <a:srgbClr val="00BF71"/>
      </a:accent6>
      <a:hlink>
        <a:srgbClr val="006DB6"/>
      </a:hlink>
      <a:folHlink>
        <a:srgbClr val="63666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